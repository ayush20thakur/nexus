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4 1958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4 1958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4 1958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4 1958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4 1958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4 1958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4 1958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4 1958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4 195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4 1959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8-14 195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